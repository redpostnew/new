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9" r:id="rId10"/>
    <p:sldId id="266" r:id="rId11"/>
    <p:sldId id="270" r:id="rId12"/>
    <p:sldId id="26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dpostshop@naver.com" initials="r" lastIdx="2" clrIdx="0">
    <p:extLst>
      <p:ext uri="{19B8F6BF-5375-455C-9EA6-DF929625EA0E}">
        <p15:presenceInfo xmlns:p15="http://schemas.microsoft.com/office/powerpoint/2012/main" userId="bd760e068a97e80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2DF946-8726-9ABA-7A5D-B9A537EE9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8055B1-5F1F-CF8C-7D9F-6FA31A9A91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5248A0-0E5E-026F-9722-1642367C9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B5708-1408-4237-9301-148942B2A6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DE509-17EB-9FB0-C38C-4887BC287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DF497A-3AD9-8943-FEB8-1FCB0CE1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2C32-E67A-4F22-B247-2F8520FE1A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621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7ADD6-C0FC-83D9-8A4D-81B0B3F97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A1942-5BA5-B8C4-D0C9-CC3EEBF1F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40D213-87A1-73E0-F8EF-D6C78B4F9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B5708-1408-4237-9301-148942B2A6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0E17BD-66B6-7A5F-DF3E-04C490B71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59F6A1-EA47-CD7B-6B36-D392C381F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2C32-E67A-4F22-B247-2F8520FE1A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259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7090D4-F4E5-938E-09A0-F4DB79368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E1E8B4-8367-5998-BC6F-02FA60772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04C887-55F3-1876-B62D-12FA522CB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B5708-1408-4237-9301-148942B2A6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12ED04-D2E4-4A5D-9368-29C2E0CB3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CA3F47-8197-6ADF-D712-E29B0BC2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2C32-E67A-4F22-B247-2F8520FE1A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71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EB8CF4-68D7-3C5D-9F3A-ABD78A95B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387C6E-0462-C1E9-AE49-18066921F4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C8E4E6-BC91-2CD4-6B7D-3202FB67A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04DCDA-F60C-D4EA-1812-2DCCE8A73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B5708-1408-4237-9301-148942B2A6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328532-0798-A6D7-9645-13B49C22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267B06-AD0D-7BDE-A043-494D3423A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2C32-E67A-4F22-B247-2F8520FE1A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823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7B2D6-D771-301D-3BD9-3A2FF8AE9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53EFA7-0C6E-2777-CEAF-03A6A242F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316D5F-7373-0608-6A6B-9FCA95FD0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61E87AA-A8A3-D312-08D8-B171797049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2847995-AFE2-8538-D479-D27CA4C181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C734E97-4748-7AF3-0890-18BE32405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B5708-1408-4237-9301-148942B2A6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B302F3-32A5-DC99-3D56-870062E2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9DC0804-7C97-244C-775C-02F75CEC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2C32-E67A-4F22-B247-2F8520FE1A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9204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0391F-7658-4490-89A3-91B009250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8F99D-38AA-D23F-D5E0-6299895FE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B5708-1408-4237-9301-148942B2A6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7F5F5E-1528-0619-2759-2B8869833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6BC923-32E4-2E44-9A40-4E854C775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2C32-E67A-4F22-B247-2F8520FE1A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632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04AA982-6D01-CF0C-9935-A6326EC4C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B5708-1408-4237-9301-148942B2A6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2F0E881-E22E-21F9-264E-4B31796D6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ADAF9E-F501-2503-9DFB-D219E46A2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2C32-E67A-4F22-B247-2F8520FE1A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933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7D4FCF-79F7-5FE5-E045-682988278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C09A98-4FB3-71BC-D771-6D33998F6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9B0531-6723-F926-DEEC-D9CA8D496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5DE975-889F-99B0-3299-F24DC6BC5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B5708-1408-4237-9301-148942B2A6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AD9960-2288-6841-9CC7-045C9D60F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5C6FC2-122A-3A26-A325-F1649FBB1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2C32-E67A-4F22-B247-2F8520FE1A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57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E1E52-EF1F-B524-DFD7-B96E946FC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FA512D5-A479-28F8-78A1-02944AA634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8B51E5-BA6B-3C50-B75B-056FDCF94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7FBFEF-91B2-0AD5-0AF0-83C900984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B5708-1408-4237-9301-148942B2A6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E788DB-68C2-0D1F-DE8C-050678608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35F957-4473-F352-5720-BF495A847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2C32-E67A-4F22-B247-2F8520FE1A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19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F69A80-1E9E-CFB9-446A-9D408BD60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CF8EED-1B76-B88A-3B6C-DA9E1BEA61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369BF3-DBFB-FF29-8C22-277A57CB9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B5708-1408-4237-9301-148942B2A6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E4D54-63BC-B27D-EAC8-28771C1C8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3A6A26-3AFF-C0F6-5DF0-458C3234D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2C32-E67A-4F22-B247-2F8520FE1A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4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9CE9836-FC25-655C-6BD1-0EF65B009F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2D4EC1-D62F-CE3E-42B1-42FC826BA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52A810-1BDE-68E1-3DAB-C80C72C07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B5708-1408-4237-9301-148942B2A6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7847BD-E4B9-2253-2907-AF83AFB3E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B93439-281B-91ED-6738-3DE23948E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B2C32-E67A-4F22-B247-2F8520FE1A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8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EF323A2-0454-3B7B-5C14-1BE3299B6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F1F8F2-B838-BC63-6B5D-A43E7AF6A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7B648C-0604-5D20-0D2A-79364AE388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B5708-1408-4237-9301-148942B2A646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2CF7B4-950F-6157-ED21-13F4907A9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0777F5-4B30-21E4-E521-F277EBF62A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B2C32-E67A-4F22-B247-2F8520FE1A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1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C38B9-B3C2-A793-6ACA-AFF8CEF5C6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배송 대행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36B825-E89C-D7E9-D490-791CECCE6E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/>
              <a:t>스마트 장바구니 신청서</a:t>
            </a:r>
          </a:p>
        </p:txBody>
      </p:sp>
    </p:spTree>
    <p:extLst>
      <p:ext uri="{BB962C8B-B14F-4D97-AF65-F5344CB8AC3E}">
        <p14:creationId xmlns:p14="http://schemas.microsoft.com/office/powerpoint/2010/main" val="4130034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25E22-2075-34A8-E230-A1538FF32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상품검색 </a:t>
            </a:r>
            <a:r>
              <a:rPr lang="en-US" altLang="ko-KR" dirty="0"/>
              <a:t>(</a:t>
            </a:r>
            <a:r>
              <a:rPr lang="ko-KR" altLang="en-US" dirty="0"/>
              <a:t>키워드</a:t>
            </a:r>
            <a:r>
              <a:rPr lang="en-US" altLang="ko-KR" dirty="0"/>
              <a:t>/</a:t>
            </a:r>
            <a:r>
              <a:rPr lang="ko-KR" altLang="en-US" dirty="0"/>
              <a:t>이미지</a:t>
            </a:r>
            <a:r>
              <a:rPr lang="en-US" altLang="ko-KR" dirty="0"/>
              <a:t>/ URL)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8A9A2ABE-2D57-782E-3DF5-E4FCCB4078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121" y="1690688"/>
            <a:ext cx="9465004" cy="4351338"/>
          </a:xfrm>
        </p:spPr>
      </p:pic>
    </p:spTree>
    <p:extLst>
      <p:ext uri="{BB962C8B-B14F-4D97-AF65-F5344CB8AC3E}">
        <p14:creationId xmlns:p14="http://schemas.microsoft.com/office/powerpoint/2010/main" val="847684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1B844D-5210-7AB9-7F8D-443B74F87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장바구니 담기</a:t>
            </a:r>
            <a:r>
              <a:rPr lang="en-US" altLang="ko-KR" dirty="0"/>
              <a:t>/ </a:t>
            </a:r>
            <a:r>
              <a:rPr lang="ko-KR" altLang="en-US" dirty="0"/>
              <a:t>주문서 생성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232B708-0DFB-93F4-9820-9931E541D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76" y="1367863"/>
            <a:ext cx="9678464" cy="398406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50ABCEE-3827-4037-CE94-E2FCB43B5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77" y="5351930"/>
            <a:ext cx="9613670" cy="13255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4E8DED-DF4B-AF53-B099-65A526C68063}"/>
              </a:ext>
            </a:extLst>
          </p:cNvPr>
          <p:cNvSpPr txBox="1"/>
          <p:nvPr/>
        </p:nvSpPr>
        <p:spPr>
          <a:xfrm>
            <a:off x="3318184" y="6014711"/>
            <a:ext cx="49423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상품을 선택하고 </a:t>
            </a:r>
            <a:r>
              <a:rPr lang="en-US" altLang="ko-KR" dirty="0"/>
              <a:t>1688 </a:t>
            </a:r>
            <a:r>
              <a:rPr lang="ko-KR" altLang="en-US" dirty="0"/>
              <a:t>주문서 생성을</a:t>
            </a:r>
            <a:endParaRPr lang="en-US" altLang="ko-KR" dirty="0"/>
          </a:p>
          <a:p>
            <a:r>
              <a:rPr lang="ko-KR" altLang="en-US" dirty="0"/>
              <a:t>클릭하면 </a:t>
            </a:r>
            <a:r>
              <a:rPr lang="en-US" altLang="ko-KR" dirty="0"/>
              <a:t>1688</a:t>
            </a:r>
            <a:r>
              <a:rPr lang="ko-KR" altLang="en-US" dirty="0"/>
              <a:t>본인 계정에 주문서가 만들어짐</a:t>
            </a:r>
            <a:endParaRPr lang="en-US" altLang="ko-KR" dirty="0"/>
          </a:p>
          <a:p>
            <a:endParaRPr lang="en-US" altLang="ko-KR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46365F6-0FB0-9524-B1CD-C1329D2E6172}"/>
              </a:ext>
            </a:extLst>
          </p:cNvPr>
          <p:cNvCxnSpPr/>
          <p:nvPr/>
        </p:nvCxnSpPr>
        <p:spPr>
          <a:xfrm>
            <a:off x="7324344" y="6190488"/>
            <a:ext cx="936219" cy="109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181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92127-7334-8B37-9600-9E72A36D7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주문서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318E18C-C515-49C6-4583-BD9C0B0A1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" y="1330047"/>
            <a:ext cx="9976104" cy="53570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391C81-87FC-1B35-0EAD-2521006D874C}"/>
              </a:ext>
            </a:extLst>
          </p:cNvPr>
          <p:cNvSpPr txBox="1"/>
          <p:nvPr/>
        </p:nvSpPr>
        <p:spPr>
          <a:xfrm>
            <a:off x="6096000" y="6456246"/>
            <a:ext cx="4833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여긴 월드퍼스트만 있지만 </a:t>
            </a:r>
            <a:r>
              <a:rPr lang="en-US" altLang="ko-KR" sz="1200" dirty="0"/>
              <a:t>(</a:t>
            </a:r>
            <a:r>
              <a:rPr lang="ko-KR" altLang="en-US" sz="1200" dirty="0"/>
              <a:t>월드퍼스트</a:t>
            </a:r>
            <a:r>
              <a:rPr lang="en-US" altLang="ko-KR" sz="1200" dirty="0"/>
              <a:t>/</a:t>
            </a:r>
            <a:r>
              <a:rPr lang="ko-KR" altLang="en-US" sz="1200" dirty="0" err="1"/>
              <a:t>쯔프바오</a:t>
            </a:r>
            <a:r>
              <a:rPr lang="en-US" altLang="ko-KR" sz="1200" dirty="0"/>
              <a:t>/</a:t>
            </a:r>
            <a:r>
              <a:rPr lang="ko-KR" altLang="en-US" sz="1200" dirty="0"/>
              <a:t>카드</a:t>
            </a:r>
            <a:r>
              <a:rPr lang="en-US" altLang="ko-KR" sz="1200" dirty="0"/>
              <a:t>/</a:t>
            </a:r>
            <a:r>
              <a:rPr lang="ko-KR" altLang="en-US" sz="1200" dirty="0"/>
              <a:t>카카오페이</a:t>
            </a:r>
            <a:r>
              <a:rPr lang="en-US" altLang="ko-KR" sz="1200" dirty="0"/>
              <a:t>) </a:t>
            </a:r>
          </a:p>
          <a:p>
            <a:r>
              <a:rPr lang="ko-KR" altLang="en-US" sz="1200" dirty="0"/>
              <a:t>결제가 가능하도록 결제수단을 </a:t>
            </a:r>
            <a:r>
              <a:rPr lang="en-US" altLang="ko-KR" sz="1200" dirty="0"/>
              <a:t>4</a:t>
            </a:r>
            <a:r>
              <a:rPr lang="ko-KR" altLang="en-US" sz="1200" dirty="0"/>
              <a:t>가지로 하고 싶습니다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624599-6E6C-5189-4C09-3D1D11007093}"/>
              </a:ext>
            </a:extLst>
          </p:cNvPr>
          <p:cNvSpPr txBox="1"/>
          <p:nvPr/>
        </p:nvSpPr>
        <p:spPr>
          <a:xfrm>
            <a:off x="9745980" y="5605272"/>
            <a:ext cx="2446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결제전</a:t>
            </a:r>
            <a:r>
              <a:rPr lang="ko-KR" altLang="en-US" sz="1200" dirty="0"/>
              <a:t> 고객이 판매자와 </a:t>
            </a:r>
            <a:endParaRPr lang="en-US" altLang="ko-KR" sz="1200" dirty="0"/>
          </a:p>
          <a:p>
            <a:r>
              <a:rPr lang="ko-KR" altLang="en-US" sz="1200" dirty="0"/>
              <a:t>가격협상 및 소통하여 단가 수정</a:t>
            </a:r>
          </a:p>
        </p:txBody>
      </p:sp>
    </p:spTree>
    <p:extLst>
      <p:ext uri="{BB962C8B-B14F-4D97-AF65-F5344CB8AC3E}">
        <p14:creationId xmlns:p14="http://schemas.microsoft.com/office/powerpoint/2010/main" val="1213359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E7325-C725-AF66-96AC-ABB92BFBB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4.1688 ID </a:t>
            </a:r>
            <a:r>
              <a:rPr lang="ko-KR" altLang="en-US" dirty="0"/>
              <a:t>연동 </a:t>
            </a:r>
            <a:r>
              <a:rPr lang="en-US" altLang="ko-KR" dirty="0"/>
              <a:t>(</a:t>
            </a:r>
            <a:r>
              <a:rPr lang="ko-KR" altLang="en-US" dirty="0"/>
              <a:t>처음 </a:t>
            </a:r>
            <a:r>
              <a:rPr lang="en-US" altLang="ko-KR" dirty="0"/>
              <a:t>1</a:t>
            </a:r>
            <a:r>
              <a:rPr lang="ko-KR" altLang="en-US" dirty="0"/>
              <a:t>회만 필요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010D4F-6C3F-C3B9-3BBC-0C742FA4B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365" y="2049185"/>
            <a:ext cx="4523809" cy="302857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88F4F33-10F1-02E3-5E4E-800A13F14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065" y="1761907"/>
            <a:ext cx="3573255" cy="451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634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AE415-300E-3899-C3C5-E72CD50C0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3-1.  1688 </a:t>
            </a:r>
            <a:r>
              <a:rPr lang="ko-KR" altLang="en-US" dirty="0"/>
              <a:t>직접결제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8125390-7FF6-FB88-9E8E-C33BC4EF6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37" y="1414463"/>
            <a:ext cx="3909075" cy="25485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0277B59-EE79-9E5A-7D64-90D1C5EF2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376" y="1414463"/>
            <a:ext cx="4384412" cy="23899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26A905-BF3E-0221-BE87-2F2D517FCDEB}"/>
              </a:ext>
            </a:extLst>
          </p:cNvPr>
          <p:cNvSpPr txBox="1"/>
          <p:nvPr/>
        </p:nvSpPr>
        <p:spPr>
          <a:xfrm>
            <a:off x="735105" y="6149801"/>
            <a:ext cx="5782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결제수단</a:t>
            </a:r>
            <a:r>
              <a:rPr lang="en-US" altLang="ko-KR" dirty="0"/>
              <a:t>: </a:t>
            </a:r>
            <a:r>
              <a:rPr lang="ko-KR" altLang="en-US" dirty="0" err="1"/>
              <a:t>쯔프바오</a:t>
            </a:r>
            <a:r>
              <a:rPr lang="en-US" altLang="ko-KR" dirty="0"/>
              <a:t>/ </a:t>
            </a:r>
            <a:r>
              <a:rPr lang="ko-KR" altLang="en-US" dirty="0"/>
              <a:t>카드 </a:t>
            </a:r>
            <a:r>
              <a:rPr lang="en-US" altLang="ko-KR" dirty="0"/>
              <a:t>/ </a:t>
            </a:r>
            <a:r>
              <a:rPr lang="ko-KR" altLang="en-US" dirty="0"/>
              <a:t>카카오페이</a:t>
            </a:r>
            <a:r>
              <a:rPr lang="en-US" altLang="ko-KR" dirty="0"/>
              <a:t>/ </a:t>
            </a:r>
            <a:r>
              <a:rPr lang="ko-KR" altLang="en-US" dirty="0"/>
              <a:t>월드퍼스트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3DCD71-5DB0-382E-5E46-34DF58603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1394" y="2086535"/>
            <a:ext cx="42672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76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241C20-DA56-1C31-EBA2-AF28989A0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3-2.1688</a:t>
            </a:r>
            <a:r>
              <a:rPr lang="ko-KR" altLang="en-US" dirty="0"/>
              <a:t>직접결제</a:t>
            </a:r>
            <a:r>
              <a:rPr lang="en-US" altLang="ko-KR" dirty="0"/>
              <a:t>_</a:t>
            </a:r>
            <a:r>
              <a:rPr lang="ko-KR" altLang="en-US" dirty="0" err="1"/>
              <a:t>카드등록및</a:t>
            </a:r>
            <a:r>
              <a:rPr lang="ko-KR" altLang="en-US" dirty="0"/>
              <a:t> 카드결제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C3A04E-E04F-7F16-52E2-52C003E05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02" y="1690688"/>
            <a:ext cx="5297174" cy="363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991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ED80E-BD27-D159-BA0F-0041944E9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3-3.1688</a:t>
            </a:r>
            <a:r>
              <a:rPr lang="ko-KR" altLang="en-US" dirty="0"/>
              <a:t>직접결제</a:t>
            </a:r>
            <a:r>
              <a:rPr lang="en-US" altLang="ko-KR" dirty="0"/>
              <a:t>_</a:t>
            </a:r>
            <a:r>
              <a:rPr lang="ko-KR" altLang="en-US" dirty="0"/>
              <a:t>카카오페이 결제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33E860-141D-2717-A5CA-01CE6AC48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1137"/>
            <a:ext cx="8988422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30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6EE39A-7230-274E-CECB-E6DE0D655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3-4. </a:t>
            </a:r>
            <a:r>
              <a:rPr lang="ko-KR" altLang="en-US" dirty="0"/>
              <a:t>월드퍼스트 결제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F297A6-347C-3386-3BA4-255C15E038E3}"/>
              </a:ext>
            </a:extLst>
          </p:cNvPr>
          <p:cNvSpPr txBox="1"/>
          <p:nvPr/>
        </p:nvSpPr>
        <p:spPr>
          <a:xfrm>
            <a:off x="3101788" y="2626658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월드퍼스트 </a:t>
            </a:r>
            <a:r>
              <a:rPr lang="ko-KR" altLang="en-US" dirty="0" err="1"/>
              <a:t>로그인후</a:t>
            </a:r>
            <a:r>
              <a:rPr lang="ko-KR" altLang="en-US" dirty="0"/>
              <a:t> 결제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7792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3B0C05-0B19-F1CE-83EC-CEACC66DA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3-5. 1688</a:t>
            </a:r>
            <a:r>
              <a:rPr lang="ko-KR" altLang="en-US" dirty="0"/>
              <a:t>직접결제 </a:t>
            </a:r>
            <a:r>
              <a:rPr lang="en-US" altLang="ko-KR" dirty="0"/>
              <a:t>_</a:t>
            </a:r>
            <a:r>
              <a:rPr lang="ko-KR" altLang="en-US" dirty="0" err="1"/>
              <a:t>쯔프바오로</a:t>
            </a:r>
            <a:r>
              <a:rPr lang="ko-KR" altLang="en-US" dirty="0"/>
              <a:t> </a:t>
            </a:r>
            <a:r>
              <a:rPr lang="ko-KR" altLang="en-US" dirty="0" err="1"/>
              <a:t>결제시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3F8F361-F841-8602-064D-8B56248A7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433" y="1858494"/>
            <a:ext cx="4206436" cy="255214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B4C32EF-820E-318F-D080-CAA32FD9E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293" y="2558177"/>
            <a:ext cx="3947949" cy="87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97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8545CC-8A17-D09D-3AE0-0387F44D8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결제를 완료 하면 구매리스트에 노출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F3D6319-524A-4C73-4E32-944A52724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216" y="1490472"/>
            <a:ext cx="7386108" cy="47548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3D9D47-4F59-222D-F916-FA9FA584DCFB}"/>
              </a:ext>
            </a:extLst>
          </p:cNvPr>
          <p:cNvSpPr txBox="1"/>
          <p:nvPr/>
        </p:nvSpPr>
        <p:spPr>
          <a:xfrm>
            <a:off x="8065549" y="1828800"/>
            <a:ext cx="4126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체크박스로 클릭 하여 </a:t>
            </a:r>
            <a:endParaRPr lang="en-US" altLang="ko-KR" dirty="0"/>
          </a:p>
          <a:p>
            <a:r>
              <a:rPr lang="ko-KR" altLang="en-US" dirty="0"/>
              <a:t>배송 대행 신청서 작성 </a:t>
            </a:r>
            <a:r>
              <a:rPr lang="en-US" altLang="ko-KR" dirty="0"/>
              <a:t>or </a:t>
            </a:r>
            <a:r>
              <a:rPr lang="ko-KR" altLang="en-US" dirty="0"/>
              <a:t>엑셀로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66664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DE557-AC0D-F225-ACBD-6B3501E6A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구매리스트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02265B1-2EBE-413C-8C7D-A16FECADF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811" y="1392192"/>
            <a:ext cx="8468084" cy="5542585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9B0DE42-3134-832E-9FAF-2A531128F9B4}"/>
              </a:ext>
            </a:extLst>
          </p:cNvPr>
          <p:cNvCxnSpPr/>
          <p:nvPr/>
        </p:nvCxnSpPr>
        <p:spPr>
          <a:xfrm>
            <a:off x="304800" y="2277035"/>
            <a:ext cx="1075765" cy="286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D476A61-814D-8773-E334-7384B053B6BD}"/>
              </a:ext>
            </a:extLst>
          </p:cNvPr>
          <p:cNvSpPr txBox="1"/>
          <p:nvPr/>
        </p:nvSpPr>
        <p:spPr>
          <a:xfrm>
            <a:off x="156882" y="2735685"/>
            <a:ext cx="2447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체크박스를 체크하여 배송대행 신청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2EBFC7F-D1E7-675A-CE27-73A16FA4E671}"/>
              </a:ext>
            </a:extLst>
          </p:cNvPr>
          <p:cNvSpPr/>
          <p:nvPr/>
        </p:nvSpPr>
        <p:spPr>
          <a:xfrm>
            <a:off x="6418730" y="1392192"/>
            <a:ext cx="1775012" cy="29849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배송대행 신청</a:t>
            </a:r>
          </a:p>
        </p:txBody>
      </p:sp>
    </p:spTree>
    <p:extLst>
      <p:ext uri="{BB962C8B-B14F-4D97-AF65-F5344CB8AC3E}">
        <p14:creationId xmlns:p14="http://schemas.microsoft.com/office/powerpoint/2010/main" val="279191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136</Words>
  <Application>Microsoft Office PowerPoint</Application>
  <PresentationFormat>와이드스크린</PresentationFormat>
  <Paragraphs>25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배송 대행 </vt:lpstr>
      <vt:lpstr>1. 상품검색 (키워드/이미지/ URL)</vt:lpstr>
      <vt:lpstr>2.장바구니 담기/ 주문서 생성</vt:lpstr>
      <vt:lpstr>3.주문서</vt:lpstr>
      <vt:lpstr>4.1688 ID 연동 (처음 1회만 필요)</vt:lpstr>
      <vt:lpstr>3-1.  1688 직접결제</vt:lpstr>
      <vt:lpstr>3-2.1688직접결제_카드등록및 카드결제</vt:lpstr>
      <vt:lpstr>3-3.1688직접결제_카카오페이 결제</vt:lpstr>
      <vt:lpstr>3-4. 월드퍼스트 결제</vt:lpstr>
      <vt:lpstr>3-5. 1688직접결제 _쯔프바오로 결제시</vt:lpstr>
      <vt:lpstr>5. 결제를 완료 하면 구매리스트에 노출</vt:lpstr>
      <vt:lpstr>5. 구매리스트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redpostshop@naver.com</dc:creator>
  <cp:lastModifiedBy>redpostshop@naver.com</cp:lastModifiedBy>
  <cp:revision>4</cp:revision>
  <dcterms:created xsi:type="dcterms:W3CDTF">2025-07-15T04:39:36Z</dcterms:created>
  <dcterms:modified xsi:type="dcterms:W3CDTF">2025-07-16T09:31:38Z</dcterms:modified>
</cp:coreProperties>
</file>